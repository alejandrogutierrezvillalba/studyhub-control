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9" r:id="rId12"/>
    <p:sldId id="267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98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DC66-85AB-09A4-F9EA-1F0F6B57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6A2CE-81F9-B9A1-C827-EE9009749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4625F-815A-CA97-0DCB-740EBF68B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588C5-DA9E-CFEC-A028-5A5B153AC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68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DDA8-2319-16D6-5443-2DEB046E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9726E-D569-E55D-5D66-36580C937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5DB9F-1803-B1AF-847A-0EBDB8651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2376F-92E6-E75D-5D8D-46785A52E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5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12D9-1F46-CD87-D99F-B74B391C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F2453-300D-DB57-C2FA-FEC4435D9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12613-EB23-7F49-63F5-BA53E4A09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21C8C-544F-5BF9-A2F7-72BFACA7A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8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AULAS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y Préstamos de Dispositivos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0378" y="3509889"/>
            <a:ext cx="8363243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Gutiérrez Villalba
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Desarrollo de Aplicaciones Web
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BBDD,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Marcas, Sistemas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Informáticos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Febrero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</a:t>
            </a:r>
            <a:r>
              <a:rPr lang="en-US" sz="3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</a:t>
            </a: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consola en Java para gestionar reservas de puestos de estudio y préstamos de dispositivos en centros educativos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 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Puestos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926080"/>
            <a:ext cx="256032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0936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POO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98348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MySQL/MariaDB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9436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Java-BD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8348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+ XPath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2697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9436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Git/GitHub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versiones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402336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98348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🐧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Server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749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Relacional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Tablas Principales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 y profesores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 disponibles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+ Puesto + Fecha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65176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Ordenadores y tablets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prestamos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+ Dispositivo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657600"/>
            <a:ext cx="4023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sanciones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4096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retrasos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Usuarios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Alta/Baja/Modificación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Alumnos y profesores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de estado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212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 puestos disponibles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Reservar por fecha/hora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Cancelar reservas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Prestar dispositivos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Registrar devolución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de retrasos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21208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3474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Exportación a XML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Estadísticas con XPath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Lista de sancionados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Automático de Sanciones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devuelve dispositivo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194560"/>
            <a:ext cx="914400" cy="36576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calcula días de retraso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3474720"/>
            <a:ext cx="914400" cy="36576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retraso → Usuario sancionado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e Informes (XML)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reservas.xml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Todas las reservas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prestamos.xml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Todos los préstamos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XPath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de reservas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Reservas por aula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con más reservas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Dispositivos más prestados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sancionados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Dificultades y Aprendizajes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Principales Desafíos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Configuración VM + MariaDB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Relación clases Java ↔ tablas BD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Cálculo de fechas y retrasos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Exportación a XML con DOM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Conocimientos Adquiridos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Programación Orientada a Objetos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Diseño de bases de datos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Patrón DAO y arquitectura en capas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Administración Linux y MySQL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F0194-0461-B855-E59A-E94F7779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2550319"/>
          </a:xfrm>
          <a:prstGeom prst="flowChartDocument">
            <a:avLst/>
          </a:prstGeom>
          <a:solidFill>
            <a:srgbClr val="5D4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94F437C-4436-F159-1F43-D40D8B3A9F62}"/>
              </a:ext>
            </a:extLst>
          </p:cNvPr>
          <p:cNvSpPr/>
          <p:nvPr/>
        </p:nvSpPr>
        <p:spPr>
          <a:xfrm>
            <a:off x="628650" y="128371"/>
            <a:ext cx="2130136" cy="1778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Demostración del Sistema</a:t>
            </a:r>
            <a:endParaRPr lang="en-US" sz="2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AB3F9A14-912D-B416-84C7-EC13952FD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87" y="480060"/>
            <a:ext cx="5102576" cy="41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del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6766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
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SISTEMA DE GESTION DE AULAS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Gestion de Usuarios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Reserva de Puestos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Prestamo de Dispositivos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Informes y Estadisticas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 Salir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3668A-5037-7A58-566D-6809C55D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2B97A06-DDBD-598A-95A2-A354130833EB}"/>
              </a:ext>
            </a:extLst>
          </p:cNvPr>
          <p:cNvSpPr/>
          <p:nvPr/>
        </p:nvSpPr>
        <p:spPr>
          <a:xfrm>
            <a:off x="628650" y="138603"/>
            <a:ext cx="7886700" cy="112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Demostración del Sistema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D62953E8-0B9E-05B6-5B16-7C0731145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126" y="1384069"/>
            <a:ext cx="5881457" cy="33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F6139-3091-6FBE-0E07-036532BD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676BD5-604D-2D64-6E11-1A4FE518CA96}"/>
              </a:ext>
            </a:extLst>
          </p:cNvPr>
          <p:cNvSpPr/>
          <p:nvPr/>
        </p:nvSpPr>
        <p:spPr>
          <a:xfrm>
            <a:off x="628650" y="138603"/>
            <a:ext cx="7886700" cy="112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Demostración del Sistema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D43968FF-45E4-7709-3663-A56AB2D31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556" y="1384069"/>
            <a:ext cx="4814597" cy="33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9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Gutiérrez Correcher
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DAW - Módulo de Programación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Presentación en pantalla (16:9)</PresentationFormat>
  <Paragraphs>126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Aulas</dc:title>
  <dc:subject>PptxGenJS Presentation</dc:subject>
  <dc:creator>Miguel Gutiérrez Correcher</dc:creator>
  <cp:lastModifiedBy>ALEJANDRO GUTIÉRREZ VILLALBA</cp:lastModifiedBy>
  <cp:revision>2</cp:revision>
  <dcterms:created xsi:type="dcterms:W3CDTF">2026-02-24T21:28:43Z</dcterms:created>
  <dcterms:modified xsi:type="dcterms:W3CDTF">2026-02-24T22:03:15Z</dcterms:modified>
</cp:coreProperties>
</file>